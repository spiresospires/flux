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session: engineering proposed Next.js verbally as 'a more comprehensive framework for this type of product and deployment'. This deck evaluates that against what FLUX actually is. Land the TL;DR early: recommendation is to stay on Vite, with named revisit triggers.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facts matter most: (1) the framework-shaped investment — data layer, API contracts, deep links — was just built and is portable; (2) the UI is currently static files on a CDN, so any SSR framework adds a server runtime that does not exist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analytical core: Next.js's differentiators are rendering-side (SSR, RSC, SEO). FLUX's value is interaction-side and authenticated. The two barely intersect.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the proposal: middleware and the BFF are real wins. The pivot: each of these is separable — none requires adopting the whole framework. Slide 6 maps them to standalone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rewrite touches exactly the features hardest to regression-test: keyboard navigation, selection model, resize handles, portal dropdowns — all just verified. Also note the recent React Query/MSW merge would go through another churn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stated driver directly. Only two rows are green — and both have standalone routes that don't require migrating the UI. Ask the team to restate the proposal in writing with named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de-risking point: because the data layer is framework-portable, deferring the decision costs nothing. If a trigger fires, the migration starts from a better position than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— no need to present. Full detail lives in docs/nextjs-migration-evaluation.md in the FLUX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3520440"/>
            <a:ext cx="2377440" cy="2377440"/>
          </a:xfrm>
          <a:prstGeom prst="ellipse">
            <a:avLst/>
          </a:prstGeom>
          <a:solidFill>
            <a:srgbClr val="0461B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206240"/>
            <a:ext cx="1280160" cy="1280160"/>
          </a:xfrm>
          <a:prstGeom prst="ellipse">
            <a:avLst/>
          </a:prstGeom>
          <a:solidFill>
            <a:srgbClr val="0461BA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23760" y="4526280"/>
            <a:ext cx="566928" cy="566928"/>
          </a:xfrm>
          <a:prstGeom prst="ellipse">
            <a:avLst/>
          </a:prstGeom>
          <a:solidFill>
            <a:srgbClr val="0461BA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 BRIEF  ·  7 JULY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for FLUX?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the proposal to migrate the FusionLive UI from its Vite + React SPA stack to Next.js.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617720" cy="56692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1181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2971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—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stay on the Vite SPA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pPr indent="0" marL="0">
              <a:buNone/>
            </a:pPr>
            <a:r>
              <a:rPr lang="en-US" sz="12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UI for FusionLive — a global, multi-tenant SaaS for EPCs and Owner-Operators.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4439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for Engineering discussion   ·   Proposal: verbal, no written spec   ·   Deployment context: cloud SaaS only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proposal, and where FLUX stands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rgbClr val="0461B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5864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12140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FLUX from Vite + React SPA to Next.js.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driver: “a more comprehensive framework for this type of product and deployment.”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proposal so far — no written spec or named problems to evaluate against.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207008"/>
            <a:ext cx="397764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481328"/>
            <a:ext cx="457200" cy="457200"/>
          </a:xfrm>
          <a:prstGeom prst="ellipse">
            <a:avLst/>
          </a:prstGeom>
          <a:solidFill>
            <a:srgbClr val="0461B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916" y="158648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today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37760" y="2121408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Vite; Tailwind, Framer Motion, React Router v6.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layer (July 2026): React Query v5 + typed API client against FusionLive contracts, MSW mock backend, URL deep links.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static files on a CDN — near-zero ops, globally cached.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Idox as cloud SaaS only.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APP'S SHAPE DECIDES THIS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is an authenticated, client-interactive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533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— every screen sits behind login; search engines must never index tenant content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207008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3533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47872" y="208483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components would be marked 'use client' — the app opts out of server rendering almost everywhere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7064" y="1207008"/>
            <a:ext cx="267919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9944" y="135331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9944" y="2084832"/>
            <a:ext cx="2313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in the whole product — file-based routing conventions solve a problem FLUX doesn't have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8138160" cy="1481328"/>
          </a:xfrm>
          <a:prstGeom prst="roundRect">
            <a:avLst>
              <a:gd name="adj" fmla="val 5556"/>
            </a:avLst>
          </a:prstGeom>
          <a:solidFill>
            <a:srgbClr val="D5E6F8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0461B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3625596"/>
            <a:ext cx="246888" cy="2468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34015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users touch is client-only interactivity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71600" y="3749040"/>
            <a:ext cx="6995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Keyboard-navigated document tables with range selection  ·  drag-resizable panels  ·  dropdowns positioned by live DOM measurement  ·  Framer Motion throughout  ·  a Leaflet map  ·  localStorage user preferences. Running a server rendering pipeline for an app that opts out of it almost everywhere is ceremony, not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FOR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Next.js would genuinely offer FLUX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312164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036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435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middleware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29000" y="1229868"/>
            <a:ext cx="5074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checks, per-tenant routing and theming before the app loads — the strongest single argument for global multi-tenant SaaS.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11096"/>
            <a:ext cx="81381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" y="2034540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259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perceived first load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29000" y="1952244"/>
            <a:ext cx="5074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server-rendered shell with streaming could hide API latency on first paint. Real but bounded: post-login navigation is already instant, and the FusionLive API dominates total latency.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633472"/>
            <a:ext cx="81381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2756916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4835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68833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BFF for free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429000" y="2674620"/>
            <a:ext cx="5074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could aggregate FusionLive/Oracle calls, trim payloads and keep tokens out of the browser — useful for enterprise security posture.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355848"/>
            <a:ext cx="81381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" y="3479292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707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41071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and hiring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429000" y="3396996"/>
            <a:ext cx="5074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patterns, a large talent pool, long-term backing. One-way-to-do-things has value across multiple teams.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4078224"/>
            <a:ext cx="8138160" cy="649224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7512" y="4201668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29310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1330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public surface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429000" y="4119372"/>
            <a:ext cx="5074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marketing / docs / status pages would be first-class, if FLUX ever needs them.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AGAINST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cost FLUX specifically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33502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rewrite of the app's skeleton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24712" y="1572768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→ App Router touches every route, navigate() call and the ?ws/folder/doc deep links. MSW-in-Next is known friction. Weeks of work + full regression pass.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9744" y="133502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runtime to operate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85232" y="1572768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static files on a CDN, near-zero ops. SSR means Node servers per region — scaling, monitoring, patching. Feasible in cloud hosting, not free.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502920" y="2432304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" y="257860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6090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2523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worth ~nothing here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24712" y="2816352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Next.js feature. Authenticated, per-tenant EDMS content must never be indexed by search engines.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4663440" y="2432304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9744" y="257860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6090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5232" y="2523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hazards throughout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85232" y="2816352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Click-time DOM measurement, localStorage reads on mount (prefs, density, view style), window-dependent code. Each fix is small; there are dozens.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02920" y="3675888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" y="382219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0448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24712" y="3767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Vercel-shaped defaults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24712" y="4059936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Next.js is second-class: image optimisation, ISR and edge middleware degrade or need extra infrastructure off-Vercel.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4663440" y="3675888"/>
            <a:ext cx="397764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09744" y="382219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90448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85232" y="3767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285232" y="4059936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weeks could deliver the roadmap: remaining pages onto the data layer, the real API cutover, accessibility work.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CLAIM, EXAMINED  ·  “A MORE COMPREHENSIVE FRAMEWORK”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— at what, exactly?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to FLUX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Cheaper standalone 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2B4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/ SSG / ISR / RSC rendering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authenticated dashboard; nothing to pre-render or index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— 7 routes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already covers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&amp; font optimisation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— thumbnails come from the FusionLive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 caching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routes (BFF)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— token-hiding, aggregation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BFF service in front of FusionLive; arguably belongs with the backend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middleware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— per-tenant auth/theming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at the CDN / API 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5196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D5E6F8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42519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is not a legacy choice. </a:t>
            </a:r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Query + a client router is the modern “comprehensive” SPA stack — FLUX already runs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the Vite + React SPA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072B4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344168"/>
            <a:ext cx="402336" cy="402336"/>
          </a:xfrm>
          <a:prstGeom prst="ellipse">
            <a:avLst/>
          </a:prstGeom>
          <a:solidFill>
            <a:srgbClr val="0E8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3560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88720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migrate now.  </a:t>
            </a:r>
            <a:pPr indent="0" marL="0">
              <a:buNone/>
            </a:pPr>
            <a:r>
              <a:rPr lang="en-US" sz="14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 the real wins independently, and revisit against named triggers.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121408"/>
            <a:ext cx="44348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670048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proposal in writing, stating the specific problems Next.js would solve; evaluate against named needs, not generality.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token-hiding / aggregation matters: stand up a thin BFF in front of FusionLive.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per-tenant edge logic matters: implement it at the gateway / CDN.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2121408"/>
            <a:ext cx="352044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8A97A8">
                <a:alpha val="2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9496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triggers — any one reopens the question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94960" y="2907792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2980944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15584" y="285292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unauthenticated surface becomes part of FLUX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394960" y="3474720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54787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15584" y="341985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requirement for server-rendered first paint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394960" y="4041648"/>
            <a:ext cx="310896" cy="310896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4114800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15584" y="39867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organisation-wide mandate to consolidate on Next.js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02920" y="4828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invested now is wasted: the React Query / API-contract layer carries over in every scenario.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46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— the acronyms, spelled out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39776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3319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 Record — one decision + its rationale (see ARCHITECTURE.md)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Programming Interface — the HTTP contract FLUX uses to talk to FusionLive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Backend-for-Frontend — a thin UI-owned server between browser and core APIs: aggregates calls, trims payloads, keeps tokens out of the browser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Delivery Network — distributed servers caching static files close to users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Document Management System — the product category FusionLive serves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Engineering, Procurement &amp; Construction contractor — core customer segment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Static Regeneration — Next.js re-builds static pages on demand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07008"/>
          <a:ext cx="39776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33192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Service Worker — intercepts FLUX's HTTP requests in development and answers with mock data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Server Components — render only on the server, ship no JavaScript; the App Router default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Engine Optimisation — making pages indexable; irrelevant for authenticated content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Single-Page Application — app downloads once, renders client-side; FLUX today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Site Generation — pre-rendering pages to HTML at build time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Rendering — rendering HTML on a server per request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461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TTFB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5B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First Byte — how quickly the server starts responding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 Migration Evaluation - FLUX</dc:title>
  <dc:subject>PptxGenJS Presentation</dc:subject>
  <dc:creator>Oliver Spires</dc:creator>
  <cp:lastModifiedBy>Oliver Spires</cp:lastModifiedBy>
  <cp:revision>1</cp:revision>
  <dcterms:created xsi:type="dcterms:W3CDTF">2026-07-07T13:28:29Z</dcterms:created>
  <dcterms:modified xsi:type="dcterms:W3CDTF">2026-07-07T13:28:29Z</dcterms:modified>
</cp:coreProperties>
</file>